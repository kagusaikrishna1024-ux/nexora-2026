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8755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1">
                <a:solidFill>
                  <a:srgbClr val="DEF2EE"/>
                </a:solidFill>
                <a:latin typeface="Aptos"/>
              </a:rPr>
              <a:t>SKILLONEX ACADEMY  /  OFFICIAL HACKATHON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 Display"/>
              </a:rPr>
              <a:t>NEXORA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996696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AI-powered student support, academy management, and complaint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89611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0">
                <a:solidFill>
                  <a:srgbClr val="DEF2EE"/>
                </a:solidFill>
                <a:latin typeface="Aptos"/>
              </a:rPr>
              <a:t>A unified student portal with explainable request triage and trackable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TECH INNOVATION HACKATHON  |  3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008080"/>
                </a:solidFill>
                <a:latin typeface="Aptos"/>
              </a:rPr>
              <a:t>NEXORA 2026 | TECH INNOVATION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2243A"/>
                </a:solidFill>
                <a:latin typeface="Aptos Display"/>
              </a:rPr>
              <a:t>Students and support teams work across disconnected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28816"/>
            <a:ext cx="10881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5B6B7A"/>
                </a:solidFill>
                <a:latin typeface="Aptos"/>
              </a:rPr>
              <a:t>Skillonex Academy  |  Student support and academy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3383280"/>
          </a:xfrm>
          <a:prstGeom prst="rect">
            <a:avLst/>
          </a:prstGeom>
          <a:solidFill>
            <a:srgbClr val="E4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39"/>
            <a:ext cx="310896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Student friction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3081528" cy="2578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Course access, enrollment, payments, classes, certificates, and technical help are handled in separate places. Students cannot easily see what is happening next.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73152" cy="3383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39"/>
            <a:ext cx="310896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Support workload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67128"/>
            <a:ext cx="3081528" cy="2578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Staff must read each request, determine the issue, judge urgency, choose a department, and follow progress manually.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0876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508760"/>
            <a:ext cx="73152" cy="338328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91639"/>
            <a:ext cx="310896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Operational blind spots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67128"/>
            <a:ext cx="3081528" cy="2578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Without a shared queue and consistent issue data, managers lack a clear view of backlog, course demand, payment status, and recurring problems.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49240"/>
            <a:ext cx="105156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12243A"/>
                </a:solidFill>
                <a:latin typeface="Aptos"/>
              </a:rPr>
              <a:t>Challenge: understand the request, route it correctly, and help the academy respond faster.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008080"/>
                </a:solidFill>
                <a:latin typeface="Aptos"/>
              </a:rPr>
              <a:t>NEXORA 2026 | TECH INNOVATION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2243A"/>
                </a:solidFill>
                <a:latin typeface="Aptos Display"/>
              </a:rPr>
              <a:t>One portal connects student services and academy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28816"/>
            <a:ext cx="10881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5B6B7A"/>
                </a:solidFill>
                <a:latin typeface="Aptos"/>
              </a:rPr>
              <a:t>Skillonex Academy  |  Student support and academy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828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39"/>
            <a:ext cx="489204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Student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4864608" cy="10241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Profile, courses, progress and attendance, class schedule, resources, payments, certificates, internships, announcements, and support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73152" cy="1828800"/>
          </a:xfrm>
          <a:prstGeom prst="rect">
            <a:avLst/>
          </a:prstGeom>
          <a:solidFill>
            <a:srgbClr val="E4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39"/>
            <a:ext cx="489204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Support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67128"/>
            <a:ext cx="4864608" cy="10241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Natural-language request intake, topic classification, urgency detection, department routing, suggested reply, ticket ID, and status tracking.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1188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611880"/>
            <a:ext cx="73152" cy="18288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489204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Academy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70248"/>
            <a:ext cx="4864608" cy="10241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Student and course overview, enrollment and payment signals, priority queue, resolution time, issue patterns, and management insights.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1188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611880"/>
            <a:ext cx="73152" cy="1828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794760"/>
            <a:ext cx="489204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Working 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70248"/>
            <a:ext cx="4864608" cy="10241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Role-specific login, local SQLite persistence, seeded demo accounts, sample academy records, and admin actions that update the database.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008080"/>
                </a:solidFill>
                <a:latin typeface="Aptos"/>
              </a:rPr>
              <a:t>NEXORA 2026 | TECH INNOVATION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2243A"/>
                </a:solidFill>
                <a:latin typeface="Aptos Display"/>
              </a:rPr>
              <a:t>Student journey: from enrollment to support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28816"/>
            <a:ext cx="10881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5B6B7A"/>
                </a:solidFill>
                <a:latin typeface="Aptos"/>
              </a:rPr>
              <a:t>Skillonex Academy  |  Student support and academy operations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7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487168"/>
            <a:ext cx="21488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243A"/>
                </a:solidFill>
                <a:latin typeface="Aptos"/>
              </a:rPr>
              <a:t>Sign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926080"/>
            <a:ext cx="214884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Open the student workspace and review personal course and service information.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1828800"/>
            <a:ext cx="502920" cy="50292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7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487168"/>
            <a:ext cx="21488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243A"/>
                </a:solidFill>
                <a:latin typeface="Aptos"/>
              </a:rPr>
              <a:t>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926080"/>
            <a:ext cx="214884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Enroll in a course, track progress, and find class sessions and course resources.</a:t>
            </a:r>
          </a:p>
        </p:txBody>
      </p:sp>
      <p:sp>
        <p:nvSpPr>
          <p:cNvPr id="12" name="Oval 11"/>
          <p:cNvSpPr/>
          <p:nvPr/>
        </p:nvSpPr>
        <p:spPr>
          <a:xfrm>
            <a:off x="6355080" y="1828800"/>
            <a:ext cx="502920" cy="50292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7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487168"/>
            <a:ext cx="21488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243A"/>
                </a:solidFill>
                <a:latin typeface="Aptos"/>
              </a:rPr>
              <a:t>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26080"/>
            <a:ext cx="214884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Describe a payment, access, schedule, certificate, or other issue in natural language.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0" y="1828800"/>
            <a:ext cx="502920" cy="50292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7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487168"/>
            <a:ext cx="21488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243A"/>
                </a:solidFill>
                <a:latin typeface="Aptos"/>
              </a:rPr>
              <a:t>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926080"/>
            <a:ext cx="214884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See the triage result, suggested next step, ticket status, and support history.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57200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572000"/>
            <a:ext cx="73152" cy="1097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754880"/>
            <a:ext cx="466344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Personal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230368"/>
            <a:ext cx="4636008" cy="2926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Payment records, certificates, internships, and academy updates are in the same portal.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57200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572000"/>
            <a:ext cx="73152" cy="1097280"/>
          </a:xfrm>
          <a:prstGeom prst="rect">
            <a:avLst/>
          </a:prstGeom>
          <a:solidFill>
            <a:srgbClr val="E4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754880"/>
            <a:ext cx="466344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Course enrollment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230368"/>
            <a:ext cx="4636008" cy="2926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Enrollment creates a course record and a pending payment entry for follow-up.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008080"/>
                </a:solidFill>
                <a:latin typeface="Aptos"/>
              </a:rPr>
              <a:t>NEXORA 2026 | TECH INNOVATION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2243A"/>
                </a:solidFill>
                <a:latin typeface="Aptos Display"/>
              </a:rPr>
              <a:t>Support triage turns free text into an actionable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28816"/>
            <a:ext cx="10881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5B6B7A"/>
                </a:solidFill>
                <a:latin typeface="Aptos"/>
              </a:rPr>
              <a:t>Skillonex Academy  |  Student support and academy operations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7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87168"/>
            <a:ext cx="21488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243A"/>
                </a:solidFill>
                <a:latin typeface="Aptos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214884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Normalize the student's text and compare intent terms.</a:t>
            </a:r>
          </a:p>
        </p:txBody>
      </p:sp>
      <p:sp>
        <p:nvSpPr>
          <p:cNvPr id="9" name="Oval 8"/>
          <p:cNvSpPr/>
          <p:nvPr/>
        </p:nvSpPr>
        <p:spPr>
          <a:xfrm>
            <a:off x="2971800" y="1828800"/>
            <a:ext cx="502920" cy="50292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7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487168"/>
            <a:ext cx="21488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243A"/>
                </a:solidFill>
                <a:latin typeface="Aptos"/>
              </a:rPr>
              <a:t>Classify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926080"/>
            <a:ext cx="214884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Assign a support category such as payment or course access.</a:t>
            </a:r>
          </a:p>
        </p:txBody>
      </p:sp>
      <p:sp>
        <p:nvSpPr>
          <p:cNvPr id="12" name="Oval 11"/>
          <p:cNvSpPr/>
          <p:nvPr/>
        </p:nvSpPr>
        <p:spPr>
          <a:xfrm>
            <a:off x="5212080" y="1828800"/>
            <a:ext cx="502920" cy="50292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7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487168"/>
            <a:ext cx="21488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243A"/>
                </a:solidFill>
                <a:latin typeface="Aptos"/>
              </a:rPr>
              <a:t>Prioritize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926080"/>
            <a:ext cx="214884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Detect explicit urgency and selected high-impact conditions.</a:t>
            </a:r>
          </a:p>
        </p:txBody>
      </p:sp>
      <p:sp>
        <p:nvSpPr>
          <p:cNvPr id="15" name="Oval 14"/>
          <p:cNvSpPr/>
          <p:nvPr/>
        </p:nvSpPr>
        <p:spPr>
          <a:xfrm>
            <a:off x="7452360" y="1828800"/>
            <a:ext cx="502920" cy="50292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7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487168"/>
            <a:ext cx="21488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243A"/>
                </a:solidFill>
                <a:latin typeface="Aptos"/>
              </a:rPr>
              <a:t>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926080"/>
            <a:ext cx="214884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Suggest the team that should handle the request.</a:t>
            </a:r>
          </a:p>
        </p:txBody>
      </p:sp>
      <p:sp>
        <p:nvSpPr>
          <p:cNvPr id="18" name="Oval 17"/>
          <p:cNvSpPr/>
          <p:nvPr/>
        </p:nvSpPr>
        <p:spPr>
          <a:xfrm>
            <a:off x="9692640" y="1828800"/>
            <a:ext cx="502920" cy="50292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7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19" y="2487168"/>
            <a:ext cx="21488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12243A"/>
                </a:solidFill>
                <a:latin typeface="Aptos"/>
              </a:rPr>
              <a:t>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2926080"/>
            <a:ext cx="214884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Store a ticket and show its response and status to both roles.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61772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617720"/>
            <a:ext cx="73152" cy="1143000"/>
          </a:xfrm>
          <a:prstGeom prst="rect">
            <a:avLst/>
          </a:prstGeom>
          <a:solidFill>
            <a:srgbClr val="E4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800600"/>
            <a:ext cx="4754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Example: payment not reflected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276088"/>
            <a:ext cx="4727448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Payment / Enrollment  |  High  |  Accounts / Admissions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61772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617720"/>
            <a:ext cx="73152" cy="1143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800600"/>
            <a:ext cx="4754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Example: recording unavailable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276088"/>
            <a:ext cx="4727448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Course / Technical Support  |  Medium  |  Technical / Course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008080"/>
                </a:solidFill>
                <a:latin typeface="Aptos"/>
              </a:rPr>
              <a:t>NEXORA 2026 | TECH INNOVATION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2243A"/>
                </a:solidFill>
                <a:latin typeface="Aptos Display"/>
              </a:rPr>
              <a:t>Admins see demand, priority, and service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28816"/>
            <a:ext cx="10881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5B6B7A"/>
                </a:solidFill>
                <a:latin typeface="Aptos"/>
              </a:rPr>
              <a:t>Skillonex Academy  |  Student support and academy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600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48006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Student and course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4773168" cy="795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30 demo students, enrollment totals, progress, and course-level activity.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73152" cy="1600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39"/>
            <a:ext cx="48006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Support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67128"/>
            <a:ext cx="4773168" cy="795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Open, in-progress, high-priority, and resolved requests with status controls.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429000"/>
            <a:ext cx="73152" cy="1600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11880"/>
            <a:ext cx="48006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Payments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87368"/>
            <a:ext cx="4773168" cy="795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Paid revenue and pending payment counts linked to course enrollments.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2900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429000"/>
            <a:ext cx="73152" cy="1600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611880"/>
            <a:ext cx="48006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Operational 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087368"/>
            <a:ext cx="4773168" cy="795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Average resolution time and most common request categories.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12243A"/>
                </a:solidFill>
                <a:latin typeface="Aptos"/>
              </a:rPr>
              <a:t>Admin actions: update ticket status, add courses, and publish academy announcements.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008080"/>
                </a:solidFill>
                <a:latin typeface="Aptos"/>
              </a:rPr>
              <a:t>NEXORA 2026 | TECH INNOVATION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2243A"/>
                </a:solidFill>
                <a:latin typeface="Aptos Display"/>
              </a:rPr>
              <a:t>Simple architecture keeps the prototype runnable and inspectable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28816"/>
            <a:ext cx="10881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5B6B7A"/>
                </a:solidFill>
                <a:latin typeface="Aptos"/>
              </a:rPr>
              <a:t>Skillonex Academy  |  Student support and academy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9202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30175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Streamlit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2990088" cy="11155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Role-specific sign-in, student pages, support center, admin queue, and analytics.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1920240"/>
          </a:xfrm>
          <a:prstGeom prst="rect">
            <a:avLst/>
          </a:prstGeom>
          <a:solidFill>
            <a:srgbClr val="E4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91639"/>
            <a:ext cx="30175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Python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67128"/>
            <a:ext cx="2990088" cy="11155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Application workflows, local intent scoring, priority rules, suggested responses, and routing.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73152" cy="192024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691639"/>
            <a:ext cx="30175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SQLite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167128"/>
            <a:ext cx="2990088" cy="11155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Users, courses, enrollments, payments, schedules, resources, certificates, announcements, and tickets.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86200"/>
            <a:ext cx="101498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900" b="1">
                <a:solidFill>
                  <a:srgbClr val="12243A"/>
                </a:solidFill>
                <a:latin typeface="Aptos"/>
              </a:rPr>
              <a:t>AI approach and current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89120"/>
            <a:ext cx="1024128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0">
                <a:solidFill>
                  <a:srgbClr val="5B6B7A"/>
                </a:solidFill>
                <a:latin typeface="Aptos"/>
              </a:rPr>
              <a:t>The demo uses a deterministic local intent classifier rather than a hosted language model. It keeps student text on the local app, is easy to inspect, and handles the two stated examples. Ambiguous requests require staff review; multilingual understanding, sentiment, duplicate detection, and automatic escalation are future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008080"/>
                </a:solidFill>
                <a:latin typeface="Aptos"/>
              </a:rPr>
              <a:t>NEXORA 2026 | TECH INNOVATION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2243A"/>
                </a:solidFill>
                <a:latin typeface="Aptos Display"/>
              </a:rPr>
              <a:t>Technology stack and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28816"/>
            <a:ext cx="10881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5B6B7A"/>
                </a:solidFill>
                <a:latin typeface="Aptos"/>
              </a:rPr>
              <a:t>Skillonex Academy  |  Student support and academy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600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4754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4727448" cy="795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Python 3.13 with Streamlit for the interactive student and admin experience.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73152" cy="16002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39"/>
            <a:ext cx="4754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Data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67128"/>
            <a:ext cx="4727448" cy="795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SQLite with parameterized queries for users, courses, enrollments, payments, and support tickets.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429000"/>
            <a:ext cx="73152" cy="1600200"/>
          </a:xfrm>
          <a:prstGeom prst="rect">
            <a:avLst/>
          </a:prstGeom>
          <a:solidFill>
            <a:srgbClr val="E4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11880"/>
            <a:ext cx="4754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Security and configuration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87368"/>
            <a:ext cx="4727448" cy="795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PBKDF2-HMAC-SHA256 password hashing with per-account salts; dark theme is configured in .streamlit/config.toml.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2900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429000"/>
            <a:ext cx="73152" cy="1600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611880"/>
            <a:ext cx="4754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AI 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087368"/>
            <a:ext cx="4727448" cy="795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Python standard-library intent scoring and urgency rules provide local classification, response suggestions, and department routing.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12243A"/>
                </a:solidFill>
                <a:latin typeface="Aptos"/>
              </a:rPr>
              <a:t>No hosted model or external AI credential is required for the prototype.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008080"/>
                </a:solidFill>
                <a:latin typeface="Aptos"/>
              </a:rPr>
              <a:t>NEXORA 2026 | TECH INNOVATION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2243A"/>
                </a:solidFill>
                <a:latin typeface="Aptos Display"/>
              </a:rPr>
              <a:t>Prototype results, demo access, and deployment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28816"/>
            <a:ext cx="10881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5B6B7A"/>
                </a:solidFill>
                <a:latin typeface="Aptos"/>
              </a:rPr>
              <a:t>Skillonex Academy  |  Student support and academy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828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4754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Demo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4727448" cy="10241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Student: student01 / Student@123
Krishna: admin / Admin@123
Arsha: admin2 / Admin@123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73152" cy="18288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39"/>
            <a:ext cx="4754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Local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67128"/>
            <a:ext cx="4727448" cy="10241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30 seeded students, two admins, and six catalogue courses load into SQLite. The official triage examples and authenticated student/admin routes pass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166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73152" cy="1645920"/>
          </a:xfrm>
          <a:prstGeom prst="rect">
            <a:avLst/>
          </a:prstGeom>
          <a:solidFill>
            <a:srgbClr val="E4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40480"/>
            <a:ext cx="4754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Deployment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15968"/>
            <a:ext cx="4727448" cy="8412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The project currently runs locally. A public URL requires a connected source repository and deployment account; neither is configured in this workspace.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5166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73152" cy="16459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840480"/>
            <a:ext cx="4754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1">
                <a:solidFill>
                  <a:srgbClr val="12243A"/>
                </a:solidFill>
                <a:latin typeface="Aptos Display"/>
              </a:rPr>
              <a:t>Before real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15968"/>
            <a:ext cx="4727448" cy="8412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Replace demo credentials, use persistent managed storage, add account recovery, and review AI suggestions before responding to students.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